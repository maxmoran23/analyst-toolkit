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900" Type="http://schemas.openxmlformats.org/officeDocument/2006/relationships/image" Target="../media/northstar-logo.png" /></Relationships>
</file>

<file path=ppt/slideMasters/slideMaster1.xml><?xml version="1.0" encoding="utf-8"?>
<p:sldMaster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51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00" name="Northstar Studio Logo"/>
          <p:cNvPicPr>
            <a:picLocks noChangeAspect="1"/>
          </p:cNvPicPr>
          <p:nvPr/>
        </p:nvPicPr>
        <p:blipFill>
          <a:blip r:embed="rId900"/>
          <a:stretch>
            <a:fillRect/>
          </a:stretch>
        </p:blipFill>
        <p:spPr>
          <a:xfrm>
            <a:off x="8275320" y="2286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ns3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template | Fictional brand-preservation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star Studio Theme">
  <a:themeElements>
    <a:clrScheme name="Northstar Studio">
      <a:dk1>
        <a:srgbClr val="10243E"/>
      </a:dk1>
      <a:lt1>
        <a:srgbClr val="F7F4EE"/>
      </a:lt1>
      <a:dk2>
        <a:srgbClr val="203A5F"/>
      </a:dk2>
      <a:lt2>
        <a:srgbClr val="E8E1D5"/>
      </a:lt2>
      <a:accent1>
        <a:srgbClr val="D6A84B"/>
      </a:accent1>
      <a:accent2>
        <a:srgbClr val="4E7C86"/>
      </a:accent2>
      <a:accent3>
        <a:srgbClr val="8E6A5A"/>
      </a:accent3>
      <a:accent4>
        <a:srgbClr val="6F7D9B"/>
      </a:accent4>
      <a:accent5>
        <a:srgbClr val="7E9154"/>
      </a:accent5>
      <a:accent6>
        <a:srgbClr val="C26C4A"/>
      </a:accent6>
      <a:hlink>
        <a:srgbClr val="2B6CB0"/>
      </a:hlink>
      <a:folHlink>
        <a:srgbClr val="7C3AED"/>
      </a:folHlink>
    </a:clrScheme>
    <a:fontScheme name="Northstar Studio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